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86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ukaansetu-pied.vercel.app/log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ukaansetu-pied.vercel.app/login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ukaansetu-pied.vercel.app/logi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DUKAANSETU  ·  PITCH DECK  ·  TEAM CRASHCODERS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Voice-Based Inventory Management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Voice-First Inventory Solution for Small Businesses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“Manage your inventory by simply speaking.”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00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retailers, grocery, flower and gold shops, and local businesses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  ·  Regional languages  ·  Smart inventory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97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CrashCoders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5943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dukaansetu-pied.vercel.app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1097280"/>
            <a:ext cx="4023360" cy="4023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1630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554480"/>
            <a:ext cx="3108960" cy="3108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B4A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2011680"/>
            <a:ext cx="2194560" cy="21945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5603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Small Businesses 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still manage inventory with: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and manual records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Memory-based tracking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spreadsheets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0" y="1554480"/>
            <a:ext cx="7068312" cy="3611880"/>
          </a:xfrm>
          <a:prstGeom prst="roundRect">
            <a:avLst>
              <a:gd name="adj" fmla="val 202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73736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problems such as: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514600"/>
            <a:ext cx="6583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knowing the exact stock available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stock shortages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stock and unnecessary purchases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manual stock updates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Stock IN and Stock OUT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way to identify what needs to be reordered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using software that requires frequent typing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support for regional and mixed-language communication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5394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017520" y="5394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owners need an inventory system that fits their daily way of working, instead of forcing them to learn complicated software.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Use Our Solution?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12264" cy="2331720"/>
          </a:xfrm>
          <a:prstGeom prst="roundRect">
            <a:avLst>
              <a:gd name="adj" fmla="val 34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74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4231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Grocery &amp; Kirana Stores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017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Rice, pulses, oil, sugar, flour, packaged products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98064" y="1554480"/>
            <a:ext cx="2112264" cy="2331720"/>
          </a:xfrm>
          <a:prstGeom prst="roundRect">
            <a:avLst>
              <a:gd name="adj" fmla="val 34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62656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62656" y="24231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Flower Shops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962656" y="3017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flowers, garlands and bulk orders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47488" y="1554480"/>
            <a:ext cx="2112264" cy="2331720"/>
          </a:xfrm>
          <a:prstGeom prst="roundRect">
            <a:avLst>
              <a:gd name="adj" fmla="val 34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12080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874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24231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&amp; Jewellery Shops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017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stock counted by weight and pieces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296912" y="1554480"/>
            <a:ext cx="2112264" cy="2331720"/>
          </a:xfrm>
          <a:prstGeom prst="roundRect">
            <a:avLst>
              <a:gd name="adj" fmla="val 34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61504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664" y="18745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61504" y="24231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Wholesale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461504" y="3017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stores and wholesalers using bags, cartons and boxes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546336" y="1554480"/>
            <a:ext cx="2112264" cy="2331720"/>
          </a:xfrm>
          <a:prstGeom prst="roundRect">
            <a:avLst>
              <a:gd name="adj" fmla="val 34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710928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18745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710928" y="24231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Employees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710928" y="3017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who receive and manage stock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4114800"/>
            <a:ext cx="5852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2296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a system that is: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822960" y="47091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use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friendly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3520440" y="4709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common trade units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daily inventory decisions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675120" y="4114800"/>
            <a:ext cx="4965192" cy="2148840"/>
          </a:xfrm>
          <a:prstGeom prst="roundRect">
            <a:avLst>
              <a:gd name="adj" fmla="val 340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949440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REQUIREMENT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6949440" y="46177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should be able to manage my stock without spending a lot of time typing or learning complicated software.”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inventory app for any small shop (grocery, flowers, gold, retail), managed through natural voice commands.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167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8992" y="19659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80360" y="196596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167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10712" y="19659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 IN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212080" y="196596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1671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42432" y="19659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Stock OUT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278892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900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78992" y="278892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available stock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2880360" y="278892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99008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410712" y="278892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stock-related questions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212080" y="278892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99008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742432" y="278892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low-stock alerts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548640" y="361188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813048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78992" y="361188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needs to be ordered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2880360" y="361188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3813048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410712" y="361188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common trade units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5212080" y="361188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3813048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742432" y="361188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transaction history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548640" y="443484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636008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078992" y="443484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 credit</a:t>
            </a:r>
            <a:endParaRPr lang="en-US" sz="1250" dirty="0"/>
          </a:p>
        </p:txBody>
      </p:sp>
      <p:sp>
        <p:nvSpPr>
          <p:cNvPr id="37" name="Shape 25"/>
          <p:cNvSpPr/>
          <p:nvPr/>
        </p:nvSpPr>
        <p:spPr>
          <a:xfrm>
            <a:off x="2880360" y="443484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4636008"/>
            <a:ext cx="292608" cy="29260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3410712" y="443484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supplier information</a:t>
            </a:r>
            <a:endParaRPr lang="en-US" sz="1250" dirty="0"/>
          </a:p>
        </p:txBody>
      </p:sp>
      <p:sp>
        <p:nvSpPr>
          <p:cNvPr id="40" name="Shape 27"/>
          <p:cNvSpPr/>
          <p:nvPr/>
        </p:nvSpPr>
        <p:spPr>
          <a:xfrm>
            <a:off x="5212080" y="443484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4636008"/>
            <a:ext cx="292608" cy="29260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742432" y="443484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simple business analytics</a:t>
            </a:r>
            <a:endParaRPr lang="en-US" sz="1250" dirty="0"/>
          </a:p>
        </p:txBody>
      </p:sp>
      <p:sp>
        <p:nvSpPr>
          <p:cNvPr id="43" name="Shape 29"/>
          <p:cNvSpPr/>
          <p:nvPr/>
        </p:nvSpPr>
        <p:spPr>
          <a:xfrm>
            <a:off x="7680960" y="1965960"/>
            <a:ext cx="3959352" cy="3163824"/>
          </a:xfrm>
          <a:prstGeom prst="roundRect">
            <a:avLst>
              <a:gd name="adj" fmla="val 23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795528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EXAMPLE</a:t>
            </a:r>
            <a:endParaRPr lang="en-US" sz="1200" dirty="0"/>
          </a:p>
        </p:txBody>
      </p:sp>
      <p:sp>
        <p:nvSpPr>
          <p:cNvPr id="45" name="Text 31"/>
          <p:cNvSpPr txBox="1"/>
          <p:nvPr/>
        </p:nvSpPr>
        <p:spPr>
          <a:xfrm>
            <a:off x="795528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“5 bags biyyam add cheyyi.”</a:t>
            </a:r>
            <a:endParaRPr lang="en-US" sz="2000" dirty="0"/>
          </a:p>
        </p:txBody>
      </p:sp>
      <p:sp>
        <p:nvSpPr>
          <p:cNvPr id="46" name="Text 32"/>
          <p:cNvSpPr txBox="1"/>
          <p:nvPr/>
        </p:nvSpPr>
        <p:spPr>
          <a:xfrm>
            <a:off x="795528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300" dirty="0"/>
          </a:p>
        </p:txBody>
      </p:sp>
      <p:sp>
        <p:nvSpPr>
          <p:cNvPr id="47" name="Text 33"/>
          <p:cNvSpPr txBox="1"/>
          <p:nvPr/>
        </p:nvSpPr>
        <p:spPr>
          <a:xfrm>
            <a:off x="91440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Rice</a:t>
            </a:r>
            <a:endParaRPr lang="en-US" sz="1300" dirty="0"/>
          </a:p>
        </p:txBody>
      </p:sp>
      <p:sp>
        <p:nvSpPr>
          <p:cNvPr id="48" name="Text 34"/>
          <p:cNvSpPr txBox="1"/>
          <p:nvPr/>
        </p:nvSpPr>
        <p:spPr>
          <a:xfrm>
            <a:off x="7955280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300" dirty="0"/>
          </a:p>
        </p:txBody>
      </p:sp>
      <p:sp>
        <p:nvSpPr>
          <p:cNvPr id="49" name="Text 35"/>
          <p:cNvSpPr txBox="1"/>
          <p:nvPr/>
        </p:nvSpPr>
        <p:spPr>
          <a:xfrm>
            <a:off x="914400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5</a:t>
            </a:r>
            <a:endParaRPr lang="en-US" sz="1300" dirty="0"/>
          </a:p>
        </p:txBody>
      </p:sp>
      <p:sp>
        <p:nvSpPr>
          <p:cNvPr id="50" name="Text 36"/>
          <p:cNvSpPr txBox="1"/>
          <p:nvPr/>
        </p:nvSpPr>
        <p:spPr>
          <a:xfrm>
            <a:off x="795528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</p:txBody>
      </p:sp>
      <p:sp>
        <p:nvSpPr>
          <p:cNvPr id="51" name="Text 37"/>
          <p:cNvSpPr txBox="1"/>
          <p:nvPr/>
        </p:nvSpPr>
        <p:spPr>
          <a:xfrm>
            <a:off x="914400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Bags</a:t>
            </a:r>
            <a:endParaRPr lang="en-US" sz="1300" dirty="0"/>
          </a:p>
        </p:txBody>
      </p:sp>
      <p:sp>
        <p:nvSpPr>
          <p:cNvPr id="52" name="Text 38"/>
          <p:cNvSpPr txBox="1"/>
          <p:nvPr/>
        </p:nvSpPr>
        <p:spPr>
          <a:xfrm>
            <a:off x="795528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300" dirty="0"/>
          </a:p>
        </p:txBody>
      </p:sp>
      <p:sp>
        <p:nvSpPr>
          <p:cNvPr id="53" name="Text 39"/>
          <p:cNvSpPr txBox="1"/>
          <p:nvPr/>
        </p:nvSpPr>
        <p:spPr>
          <a:xfrm>
            <a:off x="914400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Stock IN</a:t>
            </a:r>
            <a:endParaRPr lang="en-US" sz="1300" dirty="0"/>
          </a:p>
        </p:txBody>
      </p:sp>
      <p:sp>
        <p:nvSpPr>
          <p:cNvPr id="54" name="Text 40"/>
          <p:cNvSpPr txBox="1"/>
          <p:nvPr/>
        </p:nvSpPr>
        <p:spPr>
          <a:xfrm>
            <a:off x="7955280" y="4709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confirmation, the stock is updated.</a:t>
            </a:r>
            <a:endParaRPr lang="en-US" sz="1200" dirty="0"/>
          </a:p>
        </p:txBody>
      </p:sp>
      <p:sp>
        <p:nvSpPr>
          <p:cNvPr id="55" name="Shape 41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822960" y="5440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57" name="Text 43"/>
          <p:cNvSpPr txBox="1"/>
          <p:nvPr/>
        </p:nvSpPr>
        <p:spPr>
          <a:xfrm>
            <a:off x="3017520" y="54406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shopkeeper can manage daily inventory through natural conversation instead of depending mainly on typing.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Product Help a Business?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74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Time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entry can reduce the manual typing needed for common inventory operations.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1396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2564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25796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Manual Errors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39996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validation and transaction records help reduce mistakes during stock updates.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74152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874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88552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Stock Visibility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know what is available, what is running low and what needs to be ordered.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6118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3794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931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Better Purchasing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80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recommendations can consider current stock, previous usage, demand trends and minimum stock levels.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11396" y="36118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12564" y="3794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724" y="39319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25796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for Local Businesses</a:t>
            </a:r>
            <a:endParaRPr lang="en-US" sz="1550" dirty="0"/>
          </a:p>
        </p:txBody>
      </p:sp>
      <p:sp>
        <p:nvSpPr>
          <p:cNvPr id="30" name="Text 23"/>
          <p:cNvSpPr txBox="1"/>
          <p:nvPr/>
        </p:nvSpPr>
        <p:spPr>
          <a:xfrm>
            <a:off x="4539996" y="4480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regional language, mixed-language speech and the units each shop already uses: bags, kilograms, grams, dozens.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074152" y="36118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93192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988552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Business Tracking</a:t>
            </a:r>
            <a:endParaRPr lang="en-US" sz="1550" dirty="0"/>
          </a:p>
        </p:txBody>
      </p:sp>
      <p:sp>
        <p:nvSpPr>
          <p:cNvPr id="35" name="Text 27"/>
          <p:cNvSpPr txBox="1"/>
          <p:nvPr/>
        </p:nvSpPr>
        <p:spPr>
          <a:xfrm>
            <a:off x="8302752" y="4480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history, supplier information, customer credit and basic analytics give a clearer view of daily operations.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548640" y="571500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22960" y="5715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3017520" y="5715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 + better stock visibility + easier decision-making.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&amp; DIFFERENTIATION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Our Solution Different?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Voice-first interaction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6636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1228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5820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7824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03120" y="2697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20440" y="28072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2697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66360" y="28072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2697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261872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Mixed-Language Support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“Rice 5 bags add cheyyi.”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4892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communication, not only formal English commands.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74136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57016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57016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087368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Trade-Unit Understanding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557016" y="42519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745736" y="42519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Quintals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199632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82512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82512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912864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Intelligence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382512" y="4251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suggestions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questions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recommendations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025128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08008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08008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Management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208008" y="42519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0396728" y="42519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" y="5760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3017520" y="5760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software designed around how small businesses communicate and operate.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Solution Feasible?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existing, proven technologies.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3055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74136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21305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242816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557016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3557016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operations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processing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99632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82512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3055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68312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82512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MySQL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6382512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025128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08008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213055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893808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208008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Speech-to-Text + NLP / LLM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9208008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speech to text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intent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product names, quantity and units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Stock IN / OUT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natural and mixed-language commands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22960" y="5532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PRACTICAL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3017520" y="5532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and deployed live. The modular architecture lets us add languages, features and shop types without a rebuild.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Live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5623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04822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DukaanSetu mobile application is built and ready to use.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6596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292608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22783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3376422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and live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Vercel and open from any phone or browser.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337560"/>
            <a:ext cx="36576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" y="429768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77240" y="459943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748022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0020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every small shop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600200" y="4892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Grocery, flowers, gold and jewellery, retail and wholesale.</a:t>
            </a:r>
            <a:endParaRPr lang="en-US" sz="14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709160"/>
            <a:ext cx="365760" cy="36576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498080" y="1554480"/>
            <a:ext cx="4142232" cy="3931920"/>
          </a:xfrm>
          <a:prstGeom prst="roundRect">
            <a:avLst>
              <a:gd name="adj" fmla="val 186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77724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8366760" y="210312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6" descr="/home/claude/deck/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2194560"/>
            <a:ext cx="2194560" cy="21945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77240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on your phone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777240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dukaansetu-pied.vercel.app</a:t>
            </a:r>
            <a:endParaRPr lang="en-US" sz="1500" dirty="0"/>
          </a:p>
        </p:txBody>
      </p:sp>
      <p:sp>
        <p:nvSpPr>
          <p:cNvPr id="30" name="Shape 21"/>
          <p:cNvSpPr/>
          <p:nvPr/>
        </p:nvSpPr>
        <p:spPr>
          <a:xfrm>
            <a:off x="548640" y="571500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822960" y="5715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3017520" y="5715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DukaanSetu — Smart Voice Inventory for small businesses.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Small Businesses Start Using It?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Shop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shopkeeper creates their business account.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98064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809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Products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name, unit, price, current stock and minimum stock level.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47488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03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Using Voice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 bags rice add cheyyi.”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rice is available?”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products are low?”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96912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9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479792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Smart Alerts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identifies products that need attention.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46336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2921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729216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Business Insights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29216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recommendations, supplier information, customer credit, purchase tracking and analytics.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PRINCIPLE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simple  →  Build familiarity  →  Add useful features gradually.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shopkeeper does not need to change their whole working process on day 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Solution Grow?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789938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expansion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2926" y="180136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78958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70398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Shops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01484" y="180136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57516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48956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Staff Accounts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480042" y="180136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736074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27514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Management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2750058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88720" y="2514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expansion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3200400" y="2514600"/>
            <a:ext cx="2630424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291840" y="2514600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Telugu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849112" y="276148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05144" y="2514600"/>
            <a:ext cx="2630424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96584" y="2514600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753856" y="276148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009888" y="2514600"/>
            <a:ext cx="2630424" cy="7315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101328" y="2514600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Indian Languages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48640" y="358444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710178"/>
            <a:ext cx="251460" cy="2514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18872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expansion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3200400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291840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4396740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652772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4744212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5849112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105144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196584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Management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7301484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557516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648956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Credit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8753856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009888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9101328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10206228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62260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10553700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Assistant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548640" y="454456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4670298"/>
            <a:ext cx="251460" cy="251460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188720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opportunities</a:t>
            </a:r>
            <a:endParaRPr lang="en-US" sz="1500" dirty="0"/>
          </a:p>
        </p:txBody>
      </p:sp>
      <p:sp>
        <p:nvSpPr>
          <p:cNvPr id="54" name="Shape 48"/>
          <p:cNvSpPr/>
          <p:nvPr/>
        </p:nvSpPr>
        <p:spPr>
          <a:xfrm>
            <a:off x="320040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329184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461772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470916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603504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12648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systems</a:t>
            </a:r>
            <a:endParaRPr lang="en-US" sz="1150" dirty="0"/>
          </a:p>
        </p:txBody>
      </p:sp>
      <p:sp>
        <p:nvSpPr>
          <p:cNvPr id="60" name="Shape 54"/>
          <p:cNvSpPr/>
          <p:nvPr/>
        </p:nvSpPr>
        <p:spPr>
          <a:xfrm>
            <a:off x="745236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754380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systems</a:t>
            </a:r>
            <a:endParaRPr lang="en-US" sz="1150" dirty="0"/>
          </a:p>
        </p:txBody>
      </p:sp>
      <p:sp>
        <p:nvSpPr>
          <p:cNvPr id="62" name="Shape 56"/>
          <p:cNvSpPr/>
          <p:nvPr/>
        </p:nvSpPr>
        <p:spPr>
          <a:xfrm>
            <a:off x="886968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896112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platforms</a:t>
            </a:r>
            <a:endParaRPr lang="en-US" sz="1150" dirty="0"/>
          </a:p>
        </p:txBody>
      </p:sp>
      <p:sp>
        <p:nvSpPr>
          <p:cNvPr id="64" name="Shape 58"/>
          <p:cNvSpPr/>
          <p:nvPr/>
        </p:nvSpPr>
        <p:spPr>
          <a:xfrm>
            <a:off x="1028700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1037844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software</a:t>
            </a:r>
            <a:endParaRPr lang="en-US" sz="1150" dirty="0"/>
          </a:p>
        </p:txBody>
      </p:sp>
      <p:sp>
        <p:nvSpPr>
          <p:cNvPr id="66" name="Shape 60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822960" y="5440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200" dirty="0"/>
          </a:p>
        </p:txBody>
      </p:sp>
      <p:sp>
        <p:nvSpPr>
          <p:cNvPr id="68" name="Text 62"/>
          <p:cNvSpPr txBox="1"/>
          <p:nvPr/>
        </p:nvSpPr>
        <p:spPr>
          <a:xfrm>
            <a:off x="3017520" y="54406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from a simple inventory tool into a complete AI-powered business assistant for small retailers.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5564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1904238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Support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recording inventory without internet and synchronize the data later.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11396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2564" y="175564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154" y="1904238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1516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OCR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39996" y="2560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scan an invoice to extract products, quantities, prices and supplier details.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74152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75564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0" y="1904238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34272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Demand Forecasting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560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sales and seasonal patterns to predict future product requirements.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08736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398" y="4235958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/ SMS Integration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892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low-stock alerts, reorder notifications, payment reminders and purchase updates.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311396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12564" y="408736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1154" y="4235958"/>
            <a:ext cx="297180" cy="2971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1516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Regional Languages</a:t>
            </a:r>
            <a:endParaRPr lang="en-US" sz="1550" dirty="0"/>
          </a:p>
        </p:txBody>
      </p:sp>
      <p:sp>
        <p:nvSpPr>
          <p:cNvPr id="30" name="Text 23"/>
          <p:cNvSpPr txBox="1"/>
          <p:nvPr/>
        </p:nvSpPr>
        <p:spPr>
          <a:xfrm>
            <a:off x="4539996" y="4892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support to more Indian languages and local terminology.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8074152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75320" y="408736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910" y="4235958"/>
            <a:ext cx="297180" cy="2971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34272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1550" dirty="0"/>
          </a:p>
        </p:txBody>
      </p:sp>
      <p:sp>
        <p:nvSpPr>
          <p:cNvPr id="35" name="Text 27"/>
          <p:cNvSpPr txBox="1"/>
          <p:nvPr/>
        </p:nvSpPr>
        <p:spPr>
          <a:xfrm>
            <a:off x="8302752" y="4892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 and slow-moving products, sales and purchase trends, stock value and seasonal demand.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 is to make inventory management simple, accessible and intelligent for small businesses, without requiring them to become technology experts.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CrashCoders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inventory by simply speaking.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878" y="5760720"/>
            <a:ext cx="1343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application: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38130" y="5760720"/>
            <a:ext cx="33282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dukaansetu-pied.vercel.app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95360" y="1737360"/>
            <a:ext cx="3017520" cy="301752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6840" y="2148840"/>
            <a:ext cx="2194560" cy="21945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6974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1200</Words>
  <Application>Microsoft Office PowerPoint</Application>
  <PresentationFormat>Widescreen</PresentationFormat>
  <Paragraphs>286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Pitch Deck – Voice-Based Inventory Management – Team CrashCoders</dc:title>
  <dc:subject>PptxGenJS Presentation</dc:subject>
  <dc:creator>CrashCoders</dc:creator>
  <cp:lastModifiedBy>GUNDU SRI VENKAT</cp:lastModifiedBy>
  <cp:revision>2</cp:revision>
  <dcterms:created xsi:type="dcterms:W3CDTF">2026-09-19T14:47:41Z</dcterms:created>
  <dcterms:modified xsi:type="dcterms:W3CDTF">2026-09-19T14:53:11Z</dcterms:modified>
</cp:coreProperties>
</file>