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PITCH DECK  ·  TEAM CRASHCODERS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Voice-Based Inventory Management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Voice-First Inventory Solution for Small Businesses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“Manage your inventory by simply speaking.”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006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retailers, grocery stores and local businesses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interaction  ·  Regional languages  ·  Smart inventory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897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CrashCoders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680960" y="1097280"/>
            <a:ext cx="4023360" cy="40233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1630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1554480"/>
            <a:ext cx="3108960" cy="31089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2B4A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2011680"/>
            <a:ext cx="2194560" cy="21945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25603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Small Businesses Face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still manage inventory with: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56032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and manual records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Memory-based tracking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spreadsheets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calculations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0" y="1554480"/>
            <a:ext cx="7068312" cy="3611880"/>
          </a:xfrm>
          <a:prstGeom prst="roundRect">
            <a:avLst>
              <a:gd name="adj" fmla="val 2025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1737360"/>
            <a:ext cx="548640" cy="5486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3212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problems such as: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2514600"/>
            <a:ext cx="6583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knowing the exact stock available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stock shortages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stock and unnecessary purchases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in manual stock updates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tracking Stock IN and Stock OUT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 way to identify what needs to be reordered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using software that requires frequent typing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support for regional and mixed-language communication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53949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2960" y="5394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3017520" y="53949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owners need an inventory system that fits their daily way of working, instead of forcing them to learn complicated software.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Will Use Our Solution?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615184" cy="2331720"/>
          </a:xfrm>
          <a:prstGeom prst="roundRect">
            <a:avLst>
              <a:gd name="adj" fmla="val 313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885950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Grocery Stores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880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Rice, pulses, oil, sugar, flour, packaged products, etc.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74136" y="1554480"/>
            <a:ext cx="2615184" cy="2331720"/>
          </a:xfrm>
          <a:prstGeom prst="roundRect">
            <a:avLst>
              <a:gd name="adj" fmla="val 313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57016" y="173736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606" y="188595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57016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Retail Shops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557016" y="2880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stores and daily-use product retailers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99632" y="1554480"/>
            <a:ext cx="2615184" cy="2331720"/>
          </a:xfrm>
          <a:prstGeom prst="roundRect">
            <a:avLst>
              <a:gd name="adj" fmla="val 313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82512" y="173736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102" y="188595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82512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Wholesalers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382512" y="2880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handling bags, cartons, boxes and other bulk units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025128" y="1554480"/>
            <a:ext cx="2615184" cy="2331720"/>
          </a:xfrm>
          <a:prstGeom prst="roundRect">
            <a:avLst>
              <a:gd name="adj" fmla="val 313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208008" y="173736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598" y="1885950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08008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 Employees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9208008" y="2880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who receive and manage stock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4114800"/>
            <a:ext cx="5852160" cy="2148840"/>
          </a:xfrm>
          <a:prstGeom prst="roundRect">
            <a:avLst>
              <a:gd name="adj" fmla="val 340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822960" y="4251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need a system that is: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822960" y="47091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use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Voice-enabled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Regional-language friendly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3520440" y="47091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common trade units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daily inventory decisions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6675120" y="4114800"/>
            <a:ext cx="4965192" cy="2148840"/>
          </a:xfrm>
          <a:prstGeom prst="roundRect">
            <a:avLst>
              <a:gd name="adj" fmla="val 340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949440" y="4251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USER REQUIREMENT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6949440" y="461772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should be able to manage my stock without spending a lot of time typing or learning complicated software.”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voice-first inventory application that lets small business owners manage stock through natural voice commands.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67128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78992" y="196596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880360" y="196596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232" y="21671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10712" y="196596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Stock IN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212080" y="196596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216712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742432" y="196596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Stock OUT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278892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008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78992" y="278892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available stock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2880360" y="278892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9232" y="2990088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410712" y="278892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stock-related questions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5212080" y="278892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0952" y="2990088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742432" y="278892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low-stock alerts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548640" y="361188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3813048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078992" y="361188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needs to be ordered</a:t>
            </a:r>
            <a:endParaRPr lang="en-US" sz="1250" dirty="0"/>
          </a:p>
        </p:txBody>
      </p:sp>
      <p:sp>
        <p:nvSpPr>
          <p:cNvPr id="28" name="Shape 19"/>
          <p:cNvSpPr/>
          <p:nvPr/>
        </p:nvSpPr>
        <p:spPr>
          <a:xfrm>
            <a:off x="2880360" y="361188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9232" y="3813048"/>
            <a:ext cx="292608" cy="29260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410712" y="361188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common trade units</a:t>
            </a:r>
            <a:endParaRPr lang="en-US" sz="1250" dirty="0"/>
          </a:p>
        </p:txBody>
      </p:sp>
      <p:sp>
        <p:nvSpPr>
          <p:cNvPr id="31" name="Shape 21"/>
          <p:cNvSpPr/>
          <p:nvPr/>
        </p:nvSpPr>
        <p:spPr>
          <a:xfrm>
            <a:off x="5212080" y="361188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0952" y="3813048"/>
            <a:ext cx="292608" cy="29260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742432" y="361188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transaction history</a:t>
            </a:r>
            <a:endParaRPr lang="en-US" sz="1250" dirty="0"/>
          </a:p>
        </p:txBody>
      </p:sp>
      <p:sp>
        <p:nvSpPr>
          <p:cNvPr id="34" name="Shape 23"/>
          <p:cNvSpPr/>
          <p:nvPr/>
        </p:nvSpPr>
        <p:spPr>
          <a:xfrm>
            <a:off x="548640" y="443484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12" y="4636008"/>
            <a:ext cx="292608" cy="29260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1078992" y="443484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customer credit</a:t>
            </a:r>
            <a:endParaRPr lang="en-US" sz="1250" dirty="0"/>
          </a:p>
        </p:txBody>
      </p:sp>
      <p:sp>
        <p:nvSpPr>
          <p:cNvPr id="37" name="Shape 25"/>
          <p:cNvSpPr/>
          <p:nvPr/>
        </p:nvSpPr>
        <p:spPr>
          <a:xfrm>
            <a:off x="2880360" y="443484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99232" y="4636008"/>
            <a:ext cx="292608" cy="292608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3410712" y="443484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supplier information</a:t>
            </a:r>
            <a:endParaRPr lang="en-US" sz="1250" dirty="0"/>
          </a:p>
        </p:txBody>
      </p:sp>
      <p:sp>
        <p:nvSpPr>
          <p:cNvPr id="40" name="Shape 27"/>
          <p:cNvSpPr/>
          <p:nvPr/>
        </p:nvSpPr>
        <p:spPr>
          <a:xfrm>
            <a:off x="5212080" y="443484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0952" y="4636008"/>
            <a:ext cx="292608" cy="292608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5742432" y="443484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simple business analytics</a:t>
            </a:r>
            <a:endParaRPr lang="en-US" sz="1250" dirty="0"/>
          </a:p>
        </p:txBody>
      </p:sp>
      <p:sp>
        <p:nvSpPr>
          <p:cNvPr id="43" name="Shape 29"/>
          <p:cNvSpPr/>
          <p:nvPr/>
        </p:nvSpPr>
        <p:spPr>
          <a:xfrm>
            <a:off x="7680960" y="1965960"/>
            <a:ext cx="3959352" cy="3163824"/>
          </a:xfrm>
          <a:prstGeom prst="roundRect">
            <a:avLst>
              <a:gd name="adj" fmla="val 231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4" name="Text 30"/>
          <p:cNvSpPr txBox="1"/>
          <p:nvPr/>
        </p:nvSpPr>
        <p:spPr>
          <a:xfrm>
            <a:off x="795528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EXAMPLE</a:t>
            </a:r>
            <a:endParaRPr lang="en-US" sz="1200" dirty="0"/>
          </a:p>
        </p:txBody>
      </p:sp>
      <p:sp>
        <p:nvSpPr>
          <p:cNvPr id="45" name="Text 31"/>
          <p:cNvSpPr txBox="1"/>
          <p:nvPr/>
        </p:nvSpPr>
        <p:spPr>
          <a:xfrm>
            <a:off x="7955280" y="2468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“5 bags biyyam add cheyyi.”</a:t>
            </a:r>
            <a:endParaRPr lang="en-US" sz="2000" dirty="0"/>
          </a:p>
        </p:txBody>
      </p:sp>
      <p:sp>
        <p:nvSpPr>
          <p:cNvPr id="46" name="Text 32"/>
          <p:cNvSpPr txBox="1"/>
          <p:nvPr/>
        </p:nvSpPr>
        <p:spPr>
          <a:xfrm>
            <a:off x="795528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300" dirty="0"/>
          </a:p>
        </p:txBody>
      </p:sp>
      <p:sp>
        <p:nvSpPr>
          <p:cNvPr id="47" name="Text 33"/>
          <p:cNvSpPr txBox="1"/>
          <p:nvPr/>
        </p:nvSpPr>
        <p:spPr>
          <a:xfrm>
            <a:off x="914400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Rice</a:t>
            </a:r>
            <a:endParaRPr lang="en-US" sz="1300" dirty="0"/>
          </a:p>
        </p:txBody>
      </p:sp>
      <p:sp>
        <p:nvSpPr>
          <p:cNvPr id="48" name="Text 34"/>
          <p:cNvSpPr txBox="1"/>
          <p:nvPr/>
        </p:nvSpPr>
        <p:spPr>
          <a:xfrm>
            <a:off x="7955280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</a:t>
            </a:r>
            <a:endParaRPr lang="en-US" sz="1300" dirty="0"/>
          </a:p>
        </p:txBody>
      </p:sp>
      <p:sp>
        <p:nvSpPr>
          <p:cNvPr id="49" name="Text 35"/>
          <p:cNvSpPr txBox="1"/>
          <p:nvPr/>
        </p:nvSpPr>
        <p:spPr>
          <a:xfrm>
            <a:off x="9144000" y="3712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5</a:t>
            </a:r>
            <a:endParaRPr lang="en-US" sz="1300" dirty="0"/>
          </a:p>
        </p:txBody>
      </p:sp>
      <p:sp>
        <p:nvSpPr>
          <p:cNvPr id="50" name="Text 36"/>
          <p:cNvSpPr txBox="1"/>
          <p:nvPr/>
        </p:nvSpPr>
        <p:spPr>
          <a:xfrm>
            <a:off x="7955280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</a:t>
            </a:r>
            <a:endParaRPr lang="en-US" sz="1300" dirty="0"/>
          </a:p>
        </p:txBody>
      </p:sp>
      <p:sp>
        <p:nvSpPr>
          <p:cNvPr id="51" name="Text 37"/>
          <p:cNvSpPr txBox="1"/>
          <p:nvPr/>
        </p:nvSpPr>
        <p:spPr>
          <a:xfrm>
            <a:off x="9144000" y="4041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Bags</a:t>
            </a:r>
            <a:endParaRPr lang="en-US" sz="1300" dirty="0"/>
          </a:p>
        </p:txBody>
      </p:sp>
      <p:sp>
        <p:nvSpPr>
          <p:cNvPr id="52" name="Text 38"/>
          <p:cNvSpPr txBox="1"/>
          <p:nvPr/>
        </p:nvSpPr>
        <p:spPr>
          <a:xfrm>
            <a:off x="795528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300" dirty="0"/>
          </a:p>
        </p:txBody>
      </p:sp>
      <p:sp>
        <p:nvSpPr>
          <p:cNvPr id="53" name="Text 39"/>
          <p:cNvSpPr txBox="1"/>
          <p:nvPr/>
        </p:nvSpPr>
        <p:spPr>
          <a:xfrm>
            <a:off x="9144000" y="4370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Stock IN</a:t>
            </a:r>
            <a:endParaRPr lang="en-US" sz="1300" dirty="0"/>
          </a:p>
        </p:txBody>
      </p:sp>
      <p:sp>
        <p:nvSpPr>
          <p:cNvPr id="54" name="Text 40"/>
          <p:cNvSpPr txBox="1"/>
          <p:nvPr/>
        </p:nvSpPr>
        <p:spPr>
          <a:xfrm>
            <a:off x="7955280" y="4709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confirmation, the stock is updated.</a:t>
            </a:r>
            <a:endParaRPr lang="en-US" sz="1200" dirty="0"/>
          </a:p>
        </p:txBody>
      </p:sp>
      <p:sp>
        <p:nvSpPr>
          <p:cNvPr id="55" name="Shape 41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6" name="Text 42"/>
          <p:cNvSpPr txBox="1"/>
          <p:nvPr/>
        </p:nvSpPr>
        <p:spPr>
          <a:xfrm>
            <a:off x="822960" y="54406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57" name="Text 43"/>
          <p:cNvSpPr txBox="1"/>
          <p:nvPr/>
        </p:nvSpPr>
        <p:spPr>
          <a:xfrm>
            <a:off x="3017520" y="544068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shopkeeper can manage daily inventory through natural conversation instead of depending mainly on typing.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the Product Help a Business?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373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745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Saves Time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231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entry can reduce the manual typing needed for common inventory operations.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11396" y="1554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12564" y="17373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24" y="18745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25796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Reduces Manual Errors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539996" y="24231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validation and transaction records help reduce mistakes during stock updates.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74152" y="15544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75320" y="17373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8745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88552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Improves Stock Visibility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8302752" y="24231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know what is available, what is running low and what needs to be ordered.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36118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3794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319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63040" y="3794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Supports Better Purchasing</a:t>
            </a:r>
            <a:endParaRPr lang="en-US" sz="155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4805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recommendations can consider current stock, previous usage, demand trends and minimum stock levels.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11396" y="36118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12564" y="3794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724" y="393192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25796" y="3794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Easier for Local Businesses</a:t>
            </a:r>
            <a:endParaRPr lang="en-US" sz="1550" dirty="0"/>
          </a:p>
        </p:txBody>
      </p:sp>
      <p:sp>
        <p:nvSpPr>
          <p:cNvPr id="30" name="Text 23"/>
          <p:cNvSpPr txBox="1"/>
          <p:nvPr/>
        </p:nvSpPr>
        <p:spPr>
          <a:xfrm>
            <a:off x="4539996" y="44805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regional language, mixed-language speech and familiar trade units.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074152" y="36118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75320" y="379476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393192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988552" y="3794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Business Tracking</a:t>
            </a:r>
            <a:endParaRPr lang="en-US" sz="1550" dirty="0"/>
          </a:p>
        </p:txBody>
      </p:sp>
      <p:sp>
        <p:nvSpPr>
          <p:cNvPr id="35" name="Text 27"/>
          <p:cNvSpPr txBox="1"/>
          <p:nvPr/>
        </p:nvSpPr>
        <p:spPr>
          <a:xfrm>
            <a:off x="8302752" y="44805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history, supplier information, customer credit and basic analytics give a clearer view of daily operations.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548640" y="571500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822960" y="57150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3017520" y="57150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work + better stock visibility + easier decision-making.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&amp; DIFFERENTIATION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Our Solution Different?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Voice-first interaction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97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voice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03120" y="20116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5DBE6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94560" y="2011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2121408"/>
            <a:ext cx="182880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20116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5DBE6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2011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66360" y="2121408"/>
            <a:ext cx="182880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20116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5DBE6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0" y="2011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12280" y="2121408"/>
            <a:ext cx="182880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20116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5DBE6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0" y="2011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58200" y="2121408"/>
            <a:ext cx="182880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20116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5DBE6"/>
          </a:solidFill>
          <a:ln w="12700">
            <a:solidFill>
              <a:srgbClr val="D5DB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778240" y="2011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03120" y="26974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9456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520440" y="2807208"/>
            <a:ext cx="182880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26974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4048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166360" y="2807208"/>
            <a:ext cx="182880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94960" y="26974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3429000"/>
            <a:ext cx="2615184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3584448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3584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261872" y="3566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&amp; Mixed-Language Support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4251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“Rice 5 bags add cheyyi.”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4892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communication, not only formal English commands.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74136" y="3429000"/>
            <a:ext cx="2615184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57016" y="3584448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57016" y="3584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4087368" y="3566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Trade-Unit Understanding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557016" y="425196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Cartons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4745736" y="425196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Litres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Quintals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199632" y="3429000"/>
            <a:ext cx="2615184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82512" y="3584448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82512" y="3584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912864" y="3566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Intelligence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382512" y="4251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suggestions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questions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Demand-based recommendations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025128" y="3429000"/>
            <a:ext cx="2615184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08008" y="3584448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208008" y="3584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9738360" y="3566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Management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9208008" y="425196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10396728" y="42519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22960" y="5760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3017520" y="5760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software designed around how small businesses communicate and operate.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the Solution Feasible?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existing, proven technologies.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15184" cy="3520440"/>
          </a:xfrm>
          <a:prstGeom prst="roundRect">
            <a:avLst>
              <a:gd name="adj" fmla="val 279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93392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3055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7320" y="19933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42900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interface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74136" y="1828800"/>
            <a:ext cx="2615184" cy="3520440"/>
          </a:xfrm>
          <a:prstGeom prst="roundRect">
            <a:avLst>
              <a:gd name="adj" fmla="val 279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57016" y="1993392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13055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242816" y="19933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557016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3557016" y="342900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operations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processing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99632" y="1828800"/>
            <a:ext cx="2615184" cy="3520440"/>
          </a:xfrm>
          <a:prstGeom prst="roundRect">
            <a:avLst>
              <a:gd name="adj" fmla="val 279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82512" y="1993392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130552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068312" y="19933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382512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/ MySQL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6382512" y="342900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9025128" y="1828800"/>
            <a:ext cx="2615184" cy="3520440"/>
          </a:xfrm>
          <a:prstGeom prst="roundRect">
            <a:avLst>
              <a:gd name="adj" fmla="val 2797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208008" y="1993392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68" y="2130552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893808" y="19933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208008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Speech-to-Text + NLP / LLM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9208008" y="342900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speech to text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user intent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product names, quantity and units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Stock IN / OUT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natural and mixed-language commands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822960" y="5532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PRACTICAL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3017520" y="55321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architecture lets us add languages, features and integrations without rebuilding the whole application.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Small Businesses Start Using It?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Shop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0632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shopkeeper creates their business account.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98064" y="155448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80944" y="173736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8094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980944" y="23774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Products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80944" y="30632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name, unit, price, current stock and minimum stock level.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47488" y="155448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0368" y="173736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3036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23774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Using Voice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30632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“10 bags rice add cheyyi.”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much rice is available?”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products are low?”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96912" y="155448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79792" y="173736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7979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479792" y="23774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Smart Alerts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79792" y="30632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identifies products that need attention.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546336" y="1554480"/>
            <a:ext cx="2103120" cy="3200400"/>
          </a:xfrm>
          <a:prstGeom prst="roundRect">
            <a:avLst>
              <a:gd name="adj" fmla="val 347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29216" y="173736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29216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729216" y="23774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Business Insights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729216" y="30632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recommendations, supplier information, customer credit, purchase tracking and analytics.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02920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PRINCIPLE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simple  →  Build familiarity  →  Add useful features gradually.</a:t>
            </a:r>
            <a:endParaRPr lang="en-US" sz="2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shopkeeper does not need to change their whole working process on day one.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the Solution Grow?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789938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554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expansion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00400" y="1554480"/>
            <a:ext cx="1904238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91840" y="1554480"/>
            <a:ext cx="17213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Shop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122926" y="180136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78958" y="1554480"/>
            <a:ext cx="1904238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70398" y="1554480"/>
            <a:ext cx="17213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Shops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01484" y="180136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57516" y="1554480"/>
            <a:ext cx="1904238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48956" y="1554480"/>
            <a:ext cx="17213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Staff Accounts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480042" y="180136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736074" y="1554480"/>
            <a:ext cx="1904238" cy="7315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827514" y="1554480"/>
            <a:ext cx="17213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Multi-Store Management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262432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2750058"/>
            <a:ext cx="251460" cy="25146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188720" y="2514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expansion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3200400" y="2514600"/>
            <a:ext cx="2630424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291840" y="2514600"/>
            <a:ext cx="2447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Telugu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849112" y="276148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105144" y="2514600"/>
            <a:ext cx="2630424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196584" y="2514600"/>
            <a:ext cx="2447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8753856" y="276148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9009888" y="2514600"/>
            <a:ext cx="2630424" cy="7315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101328" y="2514600"/>
            <a:ext cx="2447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Indian Languages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548640" y="358444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3710178"/>
            <a:ext cx="251460" cy="25146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1188720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expansion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3200400" y="3474720"/>
            <a:ext cx="1178052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3291840" y="3474720"/>
            <a:ext cx="9951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4396740" y="372160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4652772" y="3474720"/>
            <a:ext cx="1178052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4744212" y="3474720"/>
            <a:ext cx="9951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Management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5849112" y="372160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105144" y="3474720"/>
            <a:ext cx="1178052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6196584" y="3474720"/>
            <a:ext cx="9951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Management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7301484" y="372160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7557516" y="3474720"/>
            <a:ext cx="1178052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7648956" y="3474720"/>
            <a:ext cx="9951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Credit</a:t>
            </a:r>
            <a:endParaRPr lang="en-US" sz="1150" dirty="0"/>
          </a:p>
        </p:txBody>
      </p:sp>
      <p:sp>
        <p:nvSpPr>
          <p:cNvPr id="45" name="Shape 40"/>
          <p:cNvSpPr/>
          <p:nvPr/>
        </p:nvSpPr>
        <p:spPr>
          <a:xfrm>
            <a:off x="8753856" y="372160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009888" y="3474720"/>
            <a:ext cx="1178052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9101328" y="3474720"/>
            <a:ext cx="9951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48" name="Shape 43"/>
          <p:cNvSpPr/>
          <p:nvPr/>
        </p:nvSpPr>
        <p:spPr>
          <a:xfrm>
            <a:off x="10206228" y="3721608"/>
            <a:ext cx="237744" cy="237744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0462260" y="3474720"/>
            <a:ext cx="1178052" cy="7315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10553700" y="3474720"/>
            <a:ext cx="9951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Assistant</a:t>
            </a:r>
            <a:endParaRPr lang="en-US" sz="1150" dirty="0"/>
          </a:p>
        </p:txBody>
      </p:sp>
      <p:sp>
        <p:nvSpPr>
          <p:cNvPr id="51" name="Shape 46"/>
          <p:cNvSpPr/>
          <p:nvPr/>
        </p:nvSpPr>
        <p:spPr>
          <a:xfrm>
            <a:off x="548640" y="454456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4670298"/>
            <a:ext cx="251460" cy="251460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1188720" y="4434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opportunities</a:t>
            </a:r>
            <a:endParaRPr lang="en-US" sz="1500" dirty="0"/>
          </a:p>
        </p:txBody>
      </p:sp>
      <p:sp>
        <p:nvSpPr>
          <p:cNvPr id="54" name="Shape 48"/>
          <p:cNvSpPr/>
          <p:nvPr/>
        </p:nvSpPr>
        <p:spPr>
          <a:xfrm>
            <a:off x="3200400" y="4434840"/>
            <a:ext cx="1307592" cy="73152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3291840" y="44348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50" dirty="0"/>
          </a:p>
        </p:txBody>
      </p:sp>
      <p:sp>
        <p:nvSpPr>
          <p:cNvPr id="56" name="Shape 50"/>
          <p:cNvSpPr/>
          <p:nvPr/>
        </p:nvSpPr>
        <p:spPr>
          <a:xfrm>
            <a:off x="4617720" y="4434840"/>
            <a:ext cx="1307592" cy="73152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4709160" y="44348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150" dirty="0"/>
          </a:p>
        </p:txBody>
      </p:sp>
      <p:sp>
        <p:nvSpPr>
          <p:cNvPr id="58" name="Shape 52"/>
          <p:cNvSpPr/>
          <p:nvPr/>
        </p:nvSpPr>
        <p:spPr>
          <a:xfrm>
            <a:off x="6035040" y="4434840"/>
            <a:ext cx="1307592" cy="73152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6126480" y="44348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systems</a:t>
            </a:r>
            <a:endParaRPr lang="en-US" sz="1150" dirty="0"/>
          </a:p>
        </p:txBody>
      </p:sp>
      <p:sp>
        <p:nvSpPr>
          <p:cNvPr id="60" name="Shape 54"/>
          <p:cNvSpPr/>
          <p:nvPr/>
        </p:nvSpPr>
        <p:spPr>
          <a:xfrm>
            <a:off x="7452360" y="4434840"/>
            <a:ext cx="1307592" cy="73152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7543800" y="44348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systems</a:t>
            </a:r>
            <a:endParaRPr lang="en-US" sz="1150" dirty="0"/>
          </a:p>
        </p:txBody>
      </p:sp>
      <p:sp>
        <p:nvSpPr>
          <p:cNvPr id="62" name="Shape 56"/>
          <p:cNvSpPr/>
          <p:nvPr/>
        </p:nvSpPr>
        <p:spPr>
          <a:xfrm>
            <a:off x="8869680" y="4434840"/>
            <a:ext cx="1307592" cy="73152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8961120" y="44348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platforms</a:t>
            </a:r>
            <a:endParaRPr lang="en-US" sz="1150" dirty="0"/>
          </a:p>
        </p:txBody>
      </p:sp>
      <p:sp>
        <p:nvSpPr>
          <p:cNvPr id="64" name="Shape 58"/>
          <p:cNvSpPr/>
          <p:nvPr/>
        </p:nvSpPr>
        <p:spPr>
          <a:xfrm>
            <a:off x="10287000" y="4434840"/>
            <a:ext cx="1307592" cy="731520"/>
          </a:xfrm>
          <a:prstGeom prst="roundRect">
            <a:avLst>
              <a:gd name="adj" fmla="val 10000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10378440" y="44348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software</a:t>
            </a:r>
            <a:endParaRPr lang="en-US" sz="1150" dirty="0"/>
          </a:p>
        </p:txBody>
      </p:sp>
      <p:sp>
        <p:nvSpPr>
          <p:cNvPr id="66" name="Shape 60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7" name="Text 61"/>
          <p:cNvSpPr txBox="1"/>
          <p:nvPr/>
        </p:nvSpPr>
        <p:spPr>
          <a:xfrm>
            <a:off x="822960" y="54406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VISION</a:t>
            </a:r>
            <a:endParaRPr lang="en-US" sz="1200" dirty="0"/>
          </a:p>
        </p:txBody>
      </p:sp>
      <p:sp>
        <p:nvSpPr>
          <p:cNvPr id="68" name="Text 62"/>
          <p:cNvSpPr txBox="1"/>
          <p:nvPr/>
        </p:nvSpPr>
        <p:spPr>
          <a:xfrm>
            <a:off x="3017520" y="544068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from a simple inventory tool into a complete AI-powered business assistant for small retailers.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VISION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55648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398" y="1904238"/>
            <a:ext cx="297180" cy="2971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17556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 Support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603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recording inventory without internet and synchronize the data later.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11396" y="15544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12564" y="1755648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154" y="1904238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71516" y="17556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OCR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539996" y="25603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scan an invoice to extract products, quantities, prices and supplier details.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074152" y="15544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75320" y="1755648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904238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34272" y="17556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Demand Forecasting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8302752" y="25603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historical sales and seasonal patterns to predict future product requirements.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48640" y="3886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" y="4087368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398" y="4235958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08760" y="40873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/ SMS Integration</a:t>
            </a:r>
            <a:endParaRPr lang="en-US" sz="155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8920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low-stock alerts, reorder notifications, payment reminders and purchase updates.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4311396" y="3886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12564" y="4087368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154" y="4235958"/>
            <a:ext cx="297180" cy="29718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71516" y="40873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Regional Languages</a:t>
            </a:r>
            <a:endParaRPr lang="en-US" sz="1550" dirty="0"/>
          </a:p>
        </p:txBody>
      </p:sp>
      <p:sp>
        <p:nvSpPr>
          <p:cNvPr id="30" name="Text 23"/>
          <p:cNvSpPr txBox="1"/>
          <p:nvPr/>
        </p:nvSpPr>
        <p:spPr>
          <a:xfrm>
            <a:off x="4539996" y="48920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support to more Indian languages and local terminology.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8074152" y="3886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75320" y="4087368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910" y="4235958"/>
            <a:ext cx="297180" cy="29718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34272" y="40873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Analytics</a:t>
            </a:r>
            <a:endParaRPr lang="en-US" sz="1550" dirty="0"/>
          </a:p>
        </p:txBody>
      </p:sp>
      <p:sp>
        <p:nvSpPr>
          <p:cNvPr id="35" name="Text 27"/>
          <p:cNvSpPr txBox="1"/>
          <p:nvPr/>
        </p:nvSpPr>
        <p:spPr>
          <a:xfrm>
            <a:off x="8302752" y="48920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 and slow-moving products, sales and purchase trends, stock value and seasonal demand.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CrashCoders  |  Hackathon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vision is to make inventory management simple, accessible and intelligent for small businesses, without requiring them to become technology experts.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CrashCoders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your inventory by simply speaking.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595360" y="1737360"/>
            <a:ext cx="3017520" cy="3017520"/>
          </a:xfrm>
          <a:prstGeom prst="ellipse">
            <a:avLst/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06840" y="2148840"/>
            <a:ext cx="2194560" cy="21945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6974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Pitch Deck – Voice-Based Inventory Management – Team CrashCoders</dc:title>
  <dc:subject>PptxGenJS Presentation</dc:subject>
  <dc:creator>CrashCoders</dc:creator>
  <cp:lastModifiedBy>CrashCoders</cp:lastModifiedBy>
  <cp:revision>1</cp:revision>
  <dcterms:created xsi:type="dcterms:W3CDTF">2026-09-19T13:47:08Z</dcterms:created>
  <dcterms:modified xsi:type="dcterms:W3CDTF">2026-09-19T13:47:08Z</dcterms:modified>
</cp:coreProperties>
</file>